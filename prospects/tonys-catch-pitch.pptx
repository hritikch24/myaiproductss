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Title slide for Tony's Catch proposal. Present: KraftAI builds websites + AI automation for businesses without online presence.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Walk through each pain point. Emphasize commission losses and missed customers.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Side-by-side comparison. Emphasize the before/after of Google search results.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Walk through each deliverable. These are concrete things they get.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Data-driven slide. Let the numbers do the talking.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Pricing slide. Emphasize the money-back guarantee — removes risk.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Closing slide. Ask for next steps — schedule a 15-minute call.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548640" cy="548640"/>
          </a:xfrm>
          <a:prstGeom prst="roundRect">
            <a:avLst>
              <a:gd name="adj" fmla="val 16667"/>
            </a:avLst>
          </a:prstGeom>
          <a:solidFill>
            <a:srgbClr val="6366F1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K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1097280" y="365760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KraftAI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457200" y="13716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 Proposal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457200" y="1828800"/>
            <a:ext cx="8229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Tony's Catch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457200" y="292608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#1 Food Truck in America (Yelp 2025)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457200" y="356616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Kapaa, Kauai, HI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457200" y="43891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Website + AI Automation + Growth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Problem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457200" y="109728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#1 in the entire US — but no website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457200" y="2029968"/>
            <a:ext cx="182880" cy="182880"/>
          </a:xfrm>
          <a:prstGeom prst="ellipse">
            <a:avLst/>
          </a:prstGeom>
          <a:solidFill>
            <a:srgbClr val="EF4444"/>
          </a:solidFill>
          <a:ln/>
        </p:spPr>
      </p:sp>
      <p:sp>
        <p:nvSpPr>
          <p:cNvPr id="5" name="Text 3"/>
          <p:cNvSpPr/>
          <p:nvPr/>
        </p:nvSpPr>
        <p:spPr>
          <a:xfrm>
            <a:off x="822960" y="1920240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website — the #1 food truck in America has no online presence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457200" y="2761488"/>
            <a:ext cx="182880" cy="182880"/>
          </a:xfrm>
          <a:prstGeom prst="ellipse">
            <a:avLst/>
          </a:prstGeom>
          <a:solidFill>
            <a:srgbClr val="EF4444"/>
          </a:solidFill>
          <a:ln/>
        </p:spPr>
      </p:sp>
      <p:sp>
        <p:nvSpPr>
          <p:cNvPr id="7" name="Text 5"/>
          <p:cNvSpPr/>
          <p:nvPr/>
        </p:nvSpPr>
        <p:spPr>
          <a:xfrm>
            <a:off x="822960" y="2651760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Kauai tourist plans food stops in advance — finds only Yelp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457200" y="3493008"/>
            <a:ext cx="182880" cy="182880"/>
          </a:xfrm>
          <a:prstGeom prst="ellipse">
            <a:avLst/>
          </a:prstGeom>
          <a:solidFill>
            <a:srgbClr val="EF4444"/>
          </a:solidFill>
          <a:ln/>
        </p:spPr>
      </p:sp>
      <p:sp>
        <p:nvSpPr>
          <p:cNvPr id="9" name="Text 7"/>
          <p:cNvSpPr/>
          <p:nvPr/>
        </p:nvSpPr>
        <p:spPr>
          <a:xfrm>
            <a:off x="822960" y="3383280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Zicatela-style fish taco story not told anywhere you control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457200" y="4224528"/>
            <a:ext cx="182880" cy="182880"/>
          </a:xfrm>
          <a:prstGeom prst="ellipse">
            <a:avLst/>
          </a:prstGeom>
          <a:solidFill>
            <a:srgbClr val="EF4444"/>
          </a:solidFill>
          <a:ln/>
        </p:spPr>
      </p:sp>
      <p:sp>
        <p:nvSpPr>
          <p:cNvPr id="11" name="Text 9"/>
          <p:cNvSpPr/>
          <p:nvPr/>
        </p:nvSpPr>
        <p:spPr>
          <a:xfrm>
            <a:off x="822960" y="4114800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online ordering for beach picnics, group outings, resort guests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Happens When Someone Googles You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1188720"/>
            <a:ext cx="3840480" cy="3474720"/>
          </a:xfrm>
          <a:prstGeom prst="roundRect">
            <a:avLst>
              <a:gd name="adj" fmla="val 3947"/>
            </a:avLst>
          </a:prstGeom>
          <a:solidFill>
            <a:srgbClr val="1E1E2E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371600"/>
            <a:ext cx="3474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 (No Website)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640080" y="2011680"/>
            <a:ext cx="3474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Tony's Catch — Zomato/Yelp (25-30% commission)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640080" y="2651760"/>
            <a:ext cx="3474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Tony's Catch — Facebook (outdated info)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640080" y="3291840"/>
            <a:ext cx="3474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official website found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640080" y="3931920"/>
            <a:ext cx="3474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 leaves → tries competitor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846320" y="1188720"/>
            <a:ext cx="3840480" cy="3474720"/>
          </a:xfrm>
          <a:prstGeom prst="roundRect">
            <a:avLst>
              <a:gd name="adj" fmla="val 3947"/>
            </a:avLst>
          </a:prstGeom>
          <a:solidFill>
            <a:srgbClr val="0D2818"/>
          </a:solidFill>
          <a:ln/>
        </p:spPr>
      </p:sp>
      <p:sp>
        <p:nvSpPr>
          <p:cNvPr id="10" name="Text 8"/>
          <p:cNvSpPr/>
          <p:nvPr/>
        </p:nvSpPr>
        <p:spPr>
          <a:xfrm>
            <a:off x="5029200" y="1371600"/>
            <a:ext cx="3474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KraftAI Website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5029200" y="2011680"/>
            <a:ext cx="3474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Tony's Catch — Official Website (full menu, ordering)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5029200" y="2651760"/>
            <a:ext cx="3474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Order from Tony's Catch | Free Delivery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5029200" y="3291840"/>
            <a:ext cx="3474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Tony's Catch ★★★★★ (Google Maps)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5029200" y="3931920"/>
            <a:ext cx="3474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 orders directly → 0% commission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 Build For You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457200" y="1280160"/>
            <a:ext cx="3931920" cy="137160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000000">
                <a:alpha val="10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640080" y="1463040"/>
            <a:ext cx="457200" cy="457200"/>
          </a:xfrm>
          <a:prstGeom prst="ellipse">
            <a:avLst/>
          </a:prstGeom>
          <a:solidFill>
            <a:srgbClr val="6366F1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1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1280160" y="1463040"/>
            <a:ext cx="29260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Website announcing #1 ranking with a design worthy of the title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4754880" y="1280160"/>
            <a:ext cx="3931920" cy="137160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000000">
                <a:alpha val="10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4937760" y="1463040"/>
            <a:ext cx="457200" cy="457200"/>
          </a:xfrm>
          <a:prstGeom prst="ellipse">
            <a:avLst/>
          </a:prstGeom>
          <a:solidFill>
            <a:srgbClr val="6366F1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2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5577840" y="1463040"/>
            <a:ext cx="29260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menu — Zicatela fish tacos, poke bowls, fresh catches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57200" y="2926080"/>
            <a:ext cx="3931920" cy="137160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000000">
                <a:alpha val="10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640080" y="3108960"/>
            <a:ext cx="457200" cy="457200"/>
          </a:xfrm>
          <a:prstGeom prst="ellipse">
            <a:avLst/>
          </a:prstGeom>
          <a:solidFill>
            <a:srgbClr val="6366F1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3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280160" y="3108960"/>
            <a:ext cx="29260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Tourist-friendly page — GPS, bike path directions, parking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4754880" y="2926080"/>
            <a:ext cx="3931920" cy="137160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000000">
                <a:alpha val="10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4937760" y="3108960"/>
            <a:ext cx="457200" cy="457200"/>
          </a:xfrm>
          <a:prstGeom prst="ellipse">
            <a:avLst/>
          </a:prstGeom>
          <a:solidFill>
            <a:srgbClr val="6366F1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4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5577840" y="3108960"/>
            <a:ext cx="29260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Online pre-ordering for beach picnics and resort guests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Numbers Speak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457200" y="1371600"/>
            <a:ext cx="2560320" cy="2743200"/>
          </a:xfrm>
          <a:prstGeom prst="roundRect">
            <a:avLst>
              <a:gd name="adj" fmla="val 5357"/>
            </a:avLst>
          </a:prstGeom>
          <a:solidFill>
            <a:srgbClr val="1E293B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1645920"/>
            <a:ext cx="2560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30%</a:t>
            </a:r>
            <a:endParaRPr lang="en-US" sz="4400" dirty="0"/>
          </a:p>
        </p:txBody>
      </p:sp>
      <p:sp>
        <p:nvSpPr>
          <p:cNvPr id="5" name="Text 3"/>
          <p:cNvSpPr/>
          <p:nvPr/>
        </p:nvSpPr>
        <p:spPr>
          <a:xfrm>
            <a:off x="731520" y="2651760"/>
            <a:ext cx="20116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more orders from direct website vs aggregator-only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3383280" y="1371600"/>
            <a:ext cx="2560320" cy="2743200"/>
          </a:xfrm>
          <a:prstGeom prst="roundRect">
            <a:avLst>
              <a:gd name="adj" fmla="val 5357"/>
            </a:avLst>
          </a:prstGeom>
          <a:solidFill>
            <a:srgbClr val="1E293B"/>
          </a:solidFill>
          <a:ln/>
        </p:spPr>
      </p:sp>
      <p:sp>
        <p:nvSpPr>
          <p:cNvPr id="7" name="Text 5"/>
          <p:cNvSpPr/>
          <p:nvPr/>
        </p:nvSpPr>
        <p:spPr>
          <a:xfrm>
            <a:off x="3383280" y="1645920"/>
            <a:ext cx="2560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$0</a:t>
            </a:r>
            <a:endParaRPr lang="en-US" sz="4400" dirty="0"/>
          </a:p>
        </p:txBody>
      </p:sp>
      <p:sp>
        <p:nvSpPr>
          <p:cNvPr id="8" name="Text 6"/>
          <p:cNvSpPr/>
          <p:nvPr/>
        </p:nvSpPr>
        <p:spPr>
          <a:xfrm>
            <a:off x="3657600" y="2651760"/>
            <a:ext cx="20116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commission on direct orders (vs 25-30% on Zomato/DoorDash)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6309360" y="1371600"/>
            <a:ext cx="2560320" cy="2743200"/>
          </a:xfrm>
          <a:prstGeom prst="roundRect">
            <a:avLst>
              <a:gd name="adj" fmla="val 5357"/>
            </a:avLst>
          </a:prstGeom>
          <a:solidFill>
            <a:srgbClr val="1E293B"/>
          </a:solidFill>
          <a:ln/>
        </p:spPr>
      </p:sp>
      <p:sp>
        <p:nvSpPr>
          <p:cNvPr id="10" name="Text 8"/>
          <p:cNvSpPr/>
          <p:nvPr/>
        </p:nvSpPr>
        <p:spPr>
          <a:xfrm>
            <a:off x="6309360" y="1645920"/>
            <a:ext cx="2560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24/7</a:t>
            </a:r>
            <a:endParaRPr lang="en-US" sz="4400" dirty="0"/>
          </a:p>
        </p:txBody>
      </p:sp>
      <p:sp>
        <p:nvSpPr>
          <p:cNvPr id="11" name="Text 9"/>
          <p:cNvSpPr/>
          <p:nvPr/>
        </p:nvSpPr>
        <p:spPr>
          <a:xfrm>
            <a:off x="6583680" y="2651760"/>
            <a:ext cx="20116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menu, hours &amp; location available to customers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4572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Full Package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457200" y="1097280"/>
            <a:ext cx="3840480" cy="3657600"/>
          </a:xfrm>
          <a:prstGeom prst="roundRect">
            <a:avLst>
              <a:gd name="adj" fmla="val 3750"/>
            </a:avLst>
          </a:prstGeom>
          <a:solidFill>
            <a:srgbClr val="0F172A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1371600"/>
            <a:ext cx="3840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$449/mo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457200" y="2103120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month, cancel anytime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4023360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60-day money-back guarantee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754880" y="1188720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Custom website with your branding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4754880" y="1645920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Online ordering (0% commission)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4754880" y="2103120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Google Business Profile optimization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4754880" y="2560320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AI chatbot for queries &amp; reservations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4754880" y="3017520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WhatsApp integration for orders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4754880" y="3474720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Monthly analytics reports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4754880" y="3931920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SEO to rank #1 for your name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Let's Get Started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914400" y="137160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We're ready to build Tony's Catch's digital presence.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914400" y="2286000"/>
            <a:ext cx="2286000" cy="1463040"/>
          </a:xfrm>
          <a:prstGeom prst="roundRect">
            <a:avLst>
              <a:gd name="adj" fmla="val 7500"/>
            </a:avLst>
          </a:prstGeom>
          <a:solidFill>
            <a:srgbClr val="1E293B"/>
          </a:solidFill>
          <a:ln/>
        </p:spPr>
      </p:sp>
      <p:sp>
        <p:nvSpPr>
          <p:cNvPr id="5" name="Text 3"/>
          <p:cNvSpPr/>
          <p:nvPr/>
        </p:nvSpPr>
        <p:spPr>
          <a:xfrm>
            <a:off x="914400" y="246888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Call Us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914400" y="292608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 (331) 431-8078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3566160" y="2286000"/>
            <a:ext cx="2286000" cy="1463040"/>
          </a:xfrm>
          <a:prstGeom prst="roundRect">
            <a:avLst>
              <a:gd name="adj" fmla="val 7500"/>
            </a:avLst>
          </a:prstGeom>
          <a:solidFill>
            <a:srgbClr val="1E293B"/>
          </a:solidFill>
          <a:ln/>
        </p:spPr>
      </p:sp>
      <p:sp>
        <p:nvSpPr>
          <p:cNvPr id="8" name="Text 6"/>
          <p:cNvSpPr/>
          <p:nvPr/>
        </p:nvSpPr>
        <p:spPr>
          <a:xfrm>
            <a:off x="3566160" y="246888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WhatsApp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3566160" y="292608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+91 8859820935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217920" y="2286000"/>
            <a:ext cx="2286000" cy="1463040"/>
          </a:xfrm>
          <a:prstGeom prst="roundRect">
            <a:avLst>
              <a:gd name="adj" fmla="val 7500"/>
            </a:avLst>
          </a:prstGeom>
          <a:solidFill>
            <a:srgbClr val="1E293B"/>
          </a:solidFill>
          <a:ln/>
        </p:spPr>
      </p:sp>
      <p:sp>
        <p:nvSpPr>
          <p:cNvPr id="11" name="Text 9"/>
          <p:cNvSpPr/>
          <p:nvPr/>
        </p:nvSpPr>
        <p:spPr>
          <a:xfrm>
            <a:off x="6217920" y="246888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Email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6217920" y="292608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hey@kraftai.in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457200" y="42062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kraftai.in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Tony's Catch — KraftAI Proposal</dc:title>
  <dc:subject>Proposal for Tony's Catch</dc:subject>
  <dc:creator>KraftAI</dc:creator>
  <cp:lastModifiedBy>KraftAI</cp:lastModifiedBy>
  <cp:revision>1</cp:revision>
  <dcterms:created xsi:type="dcterms:W3CDTF">2026-07-26T14:31:08Z</dcterms:created>
  <dcterms:modified xsi:type="dcterms:W3CDTF">2026-07-26T14:31:08Z</dcterms:modified>
</cp:coreProperties>
</file>