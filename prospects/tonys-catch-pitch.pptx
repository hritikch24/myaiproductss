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Tony's Catch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Tony's Catch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Food Truck in America (Yelp 2025)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Kapaa, Kauai, HI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the entire US — but no website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— the #1 food truck in America has no online presence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Kauai tourist plans food stops in advance — finds only Yelp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Zicatela-style fish taco story not told anywhere you control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ordering for beach picnics, group outings, resort guests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Tony's Catch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Tony's Catch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Tony's Catch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Tony's Catch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Tony's Catch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announcing #1 ranking with a design worthy of the title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menu — Zicatela fish tacos, poke bowls, fresh catches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Tourist-friendly page — GPS, bike path directions, parking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pre-ordering for beach picnics and resort guests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$449/mo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Tony's Catch's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Tony's Catch — KraftAI Proposal</dc:title>
  <dc:subject>Proposal for Tony's Catch</dc:subject>
  <dc:creator>KraftAI</dc:creator>
  <cp:lastModifiedBy>KraftAI</cp:lastModifiedBy>
  <cp:revision>1</cp:revision>
  <dcterms:created xsi:type="dcterms:W3CDTF">2026-07-26T15:57:55Z</dcterms:created>
  <dcterms:modified xsi:type="dcterms:W3CDTF">2026-07-26T15:57:55Z</dcterms:modified>
</cp:coreProperties>
</file>