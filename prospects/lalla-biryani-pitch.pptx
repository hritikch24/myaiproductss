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Lalla Biryani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Legendary Since 1985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Lucknow,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 of legacy — invisible on the internet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40 years of history with zero online home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dependent on Zomato/Swiggy for visibility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searching "famous biryani Lucknow" miss you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catering page — missing bulk/event orders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Lalla Biryani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Heritage-themed website honoring the 1985 founding story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menu with signature dishes &amp; mouthwatering photos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&amp; bulk order form for events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 for regular customers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₹35,000/mo (~$415)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Lalla Biryani's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Lalla Biryani — KraftAI Proposal</dc:title>
  <dc:subject>Proposal for Lalla Biryani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