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Lalla Biryani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Lalla Biryani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Legendary Since 1985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of legacy — invisible on the internet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40 years of history with zero online home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dependent on Zomato/Swiggy for visibility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searching "famous biryani Lucknow" miss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catering page — missing bulk/event orders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Lalla Biryani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Lalla Biryani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Lalla Biryani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Lalla Biryani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Lalla Biryani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Heritage-themed website honoring the 1985 founding 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signature dishes &amp; mouthwatering photos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&amp; bulk order form for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 for regular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₹35,000/mo (~$415)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Lalla Biryani's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Lalla Biryani — KraftAI Proposal</dc:title>
  <dc:subject>Proposal for Lalla Biryani</dc:subject>
  <dc:creator>KraftAI</dc:creator>
  <cp:lastModifiedBy>KraftAI</cp:lastModifiedBy>
  <cp:revision>1</cp:revision>
  <dcterms:created xsi:type="dcterms:W3CDTF">2026-07-26T15:57:54Z</dcterms:created>
  <dcterms:modified xsi:type="dcterms:W3CDTF">2026-07-26T15:57:54Z</dcterms:modified>
</cp:coreProperties>
</file>