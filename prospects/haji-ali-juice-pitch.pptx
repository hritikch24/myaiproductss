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Haji Ali Juice Centre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Ali Juice Centre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Iconic Since the 1960s — 28,000+ Reviews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Mumbai's most famous juice centre — no website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28,000+ reviews but zero official web presence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branches with no centralized location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find only Zomato and blog posts, not your own page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juice varieties with no online menu or pricing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Ali Juice Centre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Ali Juice Centre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Ali Juice Centre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Haji Ali Juice Centre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Ali Juice Centre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website showcasing 60+ years of legacy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on interactive map with hours &amp; directions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with 25+ juices, shakes, and faloodas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inquiry page for expansion opportunities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₹50,000/mo (~$595)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Haji Ali Juice Centre's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Haji Ali Juice Centre — KraftAI Proposal</dc:title>
  <dc:subject>Proposal for Haji Ali Juice Centre</dc:subject>
  <dc:creator>KraftAI</dc:creator>
  <cp:lastModifiedBy>KraftAI</cp:lastModifiedBy>
  <cp:revision>1</cp:revision>
  <dcterms:created xsi:type="dcterms:W3CDTF">2026-07-26T15:57:54Z</dcterms:created>
  <dcterms:modified xsi:type="dcterms:W3CDTF">2026-07-26T15:57:54Z</dcterms:modified>
</cp:coreProperties>
</file>