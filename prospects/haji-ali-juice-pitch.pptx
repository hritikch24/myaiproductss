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Haji Ali Juice Centre proposal. Present: KraftAI builds websites + AI automation for businesses without online presence.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pain point. Emphasize commission losses and missed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comparison. Emphasize the before/after of Google search results.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deliverable. These are concrete things they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Data-driven slide. Let the numbers do the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slide. Emphasize the money-back guarantee — removes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Ask for next steps — schedule a 15-minute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657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KraftAI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Proposal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Haji Ali Juice Centre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Iconic Since the 1960s — 28,000+ Reviews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Mumbai, India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+ AI Automation + Growth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Mumbai's most famous juice centre — no website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202996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website — 28,000+ reviews but zero official web presence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76148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517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branches with no centralized location page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49300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832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Tourists find only Zomato and blog posts, not your own page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4224528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4114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 juice varieties with no online menu or pricing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When Someone Googles You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1E1E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(No Website)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Haji Ali Juice Centre — Zomato/Yelp (25-30% commission)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Haji Ali Juice Centre — Facebook (outdated info)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official website found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leaves → tries competitor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846320" y="1188720"/>
            <a:ext cx="3840480" cy="3474720"/>
          </a:xfrm>
          <a:prstGeom prst="roundRect">
            <a:avLst>
              <a:gd name="adj" fmla="val 3947"/>
            </a:avLst>
          </a:prstGeom>
          <a:solidFill>
            <a:srgbClr val="0D2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37160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KraftAI Website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20116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Haji Ali Juice Centre — Official Website (full menu, ordering)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2651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from Haji Ali Juice Centre | Free Delivery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32918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Haji Ali Juice Centre ★★★★★ (Google Maps)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0" y="39319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orders directly → 0% commission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Build For You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8016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Heritage website showcasing 60+ years of legacy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46304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577840" y="146304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branches on interactive map with hours &amp; directions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8016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menu with 25+ juices, shakes, and faloodas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0" y="2926080"/>
            <a:ext cx="39319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937760" y="3108960"/>
            <a:ext cx="457200" cy="457200"/>
          </a:xfrm>
          <a:prstGeom prst="ellipse">
            <a:avLst/>
          </a:prstGeom>
          <a:solidFill>
            <a:srgbClr val="6366F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577840" y="310896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Franchise inquiry page for expansion opportunities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Speak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orders from direct website vs aggregator-only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8328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on direct orders (vs 25-30% on Zomato/DoorDash)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371600"/>
            <a:ext cx="2560320" cy="2743200"/>
          </a:xfrm>
          <a:prstGeom prst="roundRect">
            <a:avLst>
              <a:gd name="adj" fmla="val 5357"/>
            </a:avLst>
          </a:prstGeom>
          <a:solidFill>
            <a:srgbClr val="1E293B"/>
          </a:solidFill>
          <a:ln/>
        </p:spPr>
      </p:sp>
      <p:sp>
        <p:nvSpPr>
          <p:cNvPr id="10" name="Text 8"/>
          <p:cNvSpPr/>
          <p:nvPr/>
        </p:nvSpPr>
        <p:spPr>
          <a:xfrm>
            <a:off x="63093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583680" y="265176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menu, hours &amp; location available to customers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Full Package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oundRect">
            <a:avLst>
              <a:gd name="adj" fmla="val 3750"/>
            </a:avLst>
          </a:prstGeom>
          <a:solidFill>
            <a:srgbClr val="0F172A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₹50,000/mo (~$595)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cancel anytime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023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60-day money-back guarantee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754880" y="1188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Custom website with your branding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Online ordering (0% commission)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21031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Google Business Profile optimization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2560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AI chatbot for queries &amp; reservations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54880" y="3017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WhatsApp integration for orders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Monthly analytics reports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39319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SEO to rank #1 for your name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Get Started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ready to build Haji Ali Juice Centre's digital presence.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Us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(331) 431-8078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6616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356616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6616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+91 8859820935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2286000"/>
            <a:ext cx="2286000" cy="1463040"/>
          </a:xfrm>
          <a:prstGeom prst="roundRect">
            <a:avLst>
              <a:gd name="adj" fmla="val 7500"/>
            </a:avLst>
          </a:prstGeom>
          <a:solidFill>
            <a:srgbClr val="1E29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4688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29260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hey@kraftai.in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kraftai.in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Haji Ali Juice Centre — KraftAI Proposal</dc:title>
  <dc:subject>Proposal for Haji Ali Juice Centre</dc:subject>
  <dc:creator>KraftAI</dc:creator>
  <cp:lastModifiedBy>KraftAI</cp:lastModifiedBy>
  <cp:revision>1</cp:revision>
  <dcterms:created xsi:type="dcterms:W3CDTF">2026-07-26T14:31:08Z</dcterms:created>
  <dcterms:modified xsi:type="dcterms:W3CDTF">2026-07-26T14:31:08Z</dcterms:modified>
</cp:coreProperties>
</file>