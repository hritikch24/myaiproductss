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Sharma Ji Ki Chai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Ji Ki Chai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Years — PM Vajpayee's Favorite Chai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50-year legacy — but invisible online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50+ years of heritage with zero official online presence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Celebrity endorsements (PM Vajpayee, Kartik Aaryan, Sanjeev Kapoor) go unshowcased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searching for famous Lucknow street food find only JustDial listings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ordering for bulk/event orders — weddings, festivals, corporate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Ji Ki Chai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Ji Ki Chai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Ji Ki Chai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Sharma Ji Ki Chai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Ji Ki Chai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website showcasing 50+ years of history and VIP visits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with photos — Kulhad Chai, Bun Makkhan, Round Samosa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SEO to rank #1 for "best chai Lucknow"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pre-ordering for events, festivals, and bulk orders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₹25,000/mo (~$295)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Sharma Ji Ki Chai's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Sharma Ji Ki Chai — KraftAI Proposal</dc:title>
  <dc:subject>Proposal for Sharma Ji Ki Chai</dc:subject>
  <dc:creator>KraftAI</dc:creator>
  <cp:lastModifiedBy>KraftAI</cp:lastModifiedBy>
  <cp:revision>1</cp:revision>
  <dcterms:created xsi:type="dcterms:W3CDTF">2026-07-26T15:57:55Z</dcterms:created>
  <dcterms:modified xsi:type="dcterms:W3CDTF">2026-07-26T15:57:55Z</dcterms:modified>
</cp:coreProperties>
</file>