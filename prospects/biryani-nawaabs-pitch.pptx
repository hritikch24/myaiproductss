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Biryani Nawaabs proposal. Present: KraftAI builds websites + AI automation for businesses without online presence.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pain point. Emphasize commission losses and missed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comparison. Emphasize the before/after of Google search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deliverable. These are concrete things they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Data-driven slide. Let the numbers do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slide. Emphasize the money-back guarantee — removes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Ask for next steps — schedule a 15-minute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657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KraftAI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Proposal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Biryani Nawaabs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4.7★ — 820+ Google Reviews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Lucknow, India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+ AI Automation + Growth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web presence despite being top-rated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02996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website at all — 100% dependent on aggregators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76148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820+ Google reviews driving traffic to Zomato, not you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49300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online menu with prices or photos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2452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114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Tourists can't discover you before visiting Lucknow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Someone Googles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1E1E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(No Website)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Biryani Nawaabs — Zomato/Yelp (25-30% commission)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Biryani Nawaabs — Facebook (outdated info)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official website found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leaves → tries competitor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0D2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KraftAI Website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Biryani Nawaabs — Official Website (full menu, ordering)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from Biryani Nawaabs | Free Delivery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Biryani Nawaabs ★★★★★ (Google Maps)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orders directly → 0% commission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For You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Stunning website showcasing signature biryanis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ordering — keep 100% of revenue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interactive menu with prices &amp; photos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7784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to rank #1 for "Biryani Nawaabs Lucknow"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Speak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orders from direct website vs aggregator-only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direct orders (vs 25-30% on Zomato/DoorDash)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menu, hours &amp; location available to customers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Full Package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oundRect">
            <a:avLst>
              <a:gd name="adj" fmla="val 3750"/>
            </a:avLst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₹35,000/mo (~$415)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cancel anytime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60-day money-back guarantee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website with your branding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Online ordering (0% commission)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Business Profile optimization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2560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chatbot for queries &amp; reservations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3017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WhatsApp integration for orders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Monthly analytics reports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SEO to rank #1 for your name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to build Biryani Nawaabs's digital presence.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(331) 431-8078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6616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+91 8859820935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hey@kraftai.in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kraftai.in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Biryani Nawaabs — KraftAI Proposal</dc:title>
  <dc:subject>Proposal for Biryani Nawaabs</dc:subject>
  <dc:creator>KraftAI</dc:creator>
  <cp:lastModifiedBy>KraftAI</cp:lastModifiedBy>
  <cp:revision>1</cp:revision>
  <dcterms:created xsi:type="dcterms:W3CDTF">2026-07-26T14:31:08Z</dcterms:created>
  <dcterms:modified xsi:type="dcterms:W3CDTF">2026-07-26T14:31:08Z</dcterms:modified>
</cp:coreProperties>
</file>