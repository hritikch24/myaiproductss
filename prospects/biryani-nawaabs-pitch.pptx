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Biryani Nawaabs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Nawaabs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4.7★ — 820+ Google Reviews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web presence despite being top-rated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at all — 100% dependent on aggregators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820+ Google reviews driving traffic to Zomato, not you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menu with prices or photos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can't discover you before visiting Lucknow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Nawaabs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Nawaabs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Nawaabs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Biryani Nawaabs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Nawaabs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Stunning website showcasing signature biryanis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ordering — keep 100% of revenue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menu with prices &amp; photos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to rank #1 for "Biryani Nawaabs Lucknow"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₹35,000/mo (~$415)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Biryani Nawaabs's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Biryani Nawaabs — KraftAI Proposal</dc:title>
  <dc:subject>Proposal for Biryani Nawaabs</dc:subject>
  <dc:creator>KraftAI</dc:creator>
  <cp:lastModifiedBy>KraftAI</cp:lastModifiedBy>
  <cp:revision>1</cp:revision>
  <dcterms:created xsi:type="dcterms:W3CDTF">2026-07-26T15:57:54Z</dcterms:created>
  <dcterms:modified xsi:type="dcterms:W3CDTF">2026-07-26T15:57:54Z</dcterms:modified>
</cp:coreProperties>
</file>