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for Ratna Cafe proposal. Present: KraftAI builds websites + AI automation for businesses without online presence.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pain point. Emphasize commission losses and missed customers.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Side-by-side comparison. Emphasize the before/after of Google search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deliverable. These are concrete things they 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Data-driven slide. Let the numbers do the 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 slide. Emphasize the money-back guarantee — removes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Ask for next steps — schedule a 15-minute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365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KraftAI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Proposal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Ratna Cafe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Chennai's Oldest Veg Restaurant — Since 1948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Chennai, India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+ AI Automation + Growth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75-year institution — still no website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2996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website — 75+ years with zero official web presence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76148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51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locations but no central hub showing all branches with hours/menus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49300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383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takes commission on every order — no direct ordering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22452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114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Three-generation legacy and 1948 origin story told only by food bloggers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Someone Googles You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3474720"/>
          </a:xfrm>
          <a:prstGeom prst="roundRect">
            <a:avLst>
              <a:gd name="adj" fmla="val 3947"/>
            </a:avLst>
          </a:prstGeom>
          <a:solidFill>
            <a:srgbClr val="1E1E2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(No Website)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Ratna Cafe — Zomato/Yelp (25-30% commission)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Ratna Cafe — Facebook (outdated info)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official website found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leaves → tries competitor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3840480" cy="3474720"/>
          </a:xfrm>
          <a:prstGeom prst="roundRect">
            <a:avLst>
              <a:gd name="adj" fmla="val 3947"/>
            </a:avLst>
          </a:prstGeom>
          <a:solidFill>
            <a:srgbClr val="0D281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KraftAI Website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Ratna Cafe — Official Website (full menu, ordering)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2651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from Ratna Cafe | Free Delivery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3291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Ratna Cafe ★★★★★ (Google Maps)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3931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orders directly → 0% commission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Build For You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463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 website showcasing 75+ years since 1948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46304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577840" y="1463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locations with hours, maps — Triplicane, Mylapore, Kilpauk, Adyar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3108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online ordering — save lakhs in Zomato commissions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29260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31089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77840" y="3108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Catering page for Chennai weddings, events, and festivals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Speak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orders from direct website vs aggregator-only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3716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0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on direct orders (vs 25-30% on Zomato/DoorDash)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583680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menu, hours &amp; location available to customers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Full Package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657600"/>
          </a:xfrm>
          <a:prstGeom prst="roundRect">
            <a:avLst>
              <a:gd name="adj" fmla="val 3750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₹40,000/mo (~$475)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cancel anytime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money-back guarantee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website with your branding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645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Online ordering (0% commission)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2103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Google Business Profile optimization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2560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chatbot for queries &amp; reservations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3017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WhatsApp integration for orders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3474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Monthly analytics reports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3931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SEO to rank #1 for your name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Started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ready to build Ratna Cafe's digital presence.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(331) 431-8078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66160" y="228600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6616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+91 8859820935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28600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hey@kraftai.in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kraftai.in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Ratna Cafe — KraftAI Proposal</dc:title>
  <dc:subject>Proposal for Ratna Cafe</dc:subject>
  <dc:creator>KraftAI</dc:creator>
  <cp:lastModifiedBy>KraftAI</cp:lastModifiedBy>
  <cp:revision>1</cp:revision>
  <dcterms:created xsi:type="dcterms:W3CDTF">2026-07-26T14:31:08Z</dcterms:created>
  <dcterms:modified xsi:type="dcterms:W3CDTF">2026-07-26T14:31:08Z</dcterms:modified>
</cp:coreProperties>
</file>