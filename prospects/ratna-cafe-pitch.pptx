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Ratna Cafe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Ratna Cafe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Chennai's Oldest Veg Restaurant — Since 1948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75-year institution — still no website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75+ years with zero official web presence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locations but no central hub showing all branches with hours/menus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Zomato takes commission on every order — no direct ordering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Three-generation legacy and 1948 origin story told only by food bloggers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Ratna Cafe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Ratna Cafe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Ratna Cafe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Ratna Cafe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Ratna Cafe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website showcasing 75+ years since 1948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locations with hours, maps — Triplicane, Mylapore, Kilpauk, Adyar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online ordering — save lakhs in Zomato commissions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Catering page for Chennai weddings, events, and festivals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₹40,000/mo (~$475)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Ratna Cafe's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Ratna Cafe — KraftAI Proposal</dc:title>
  <dc:subject>Proposal for Ratna Cafe</dc:subject>
  <dc:creator>KraftAI</dc:creator>
  <cp:lastModifiedBy>KraftAI</cp:lastModifiedBy>
  <cp:revision>1</cp:revision>
  <dcterms:created xsi:type="dcterms:W3CDTF">2026-07-26T15:57:55Z</dcterms:created>
  <dcterms:modified xsi:type="dcterms:W3CDTF">2026-07-26T15:57:55Z</dcterms:modified>
</cp:coreProperties>
</file>