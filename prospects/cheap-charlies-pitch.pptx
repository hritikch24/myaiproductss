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Cheap Charlie's Taco Shop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Charlie's Taco Shop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Locations Across Nashville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Nashville, TN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locations, 0 websites — customers can't find you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— Google shows only Facebook &amp; delivery apps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locations but no centralized info page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DoorDash &amp; Grubhub take 20-30% commission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catering page for Nashville event planners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Charlie's Taco Shop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Charlie's Taco Shop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Charlie's Taco Shop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Cheap Charlie's Taco Shop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Charlie's Taco Shop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website with all 4 locations on map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online ordering for pickup — 0% commission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Catering inquiry form for corporate events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feed integration to keep site fresh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$499/mo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Cheap Charlie's Taco Shop's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Cheap Charlie's Taco Shop — KraftAI Proposal</dc:title>
  <dc:subject>Proposal for Cheap Charlie's Taco Shop</dc:subject>
  <dc:creator>KraftAI</dc:creator>
  <cp:lastModifiedBy>KraftAI</cp:lastModifiedBy>
  <cp:revision>1</cp:revision>
  <dcterms:created xsi:type="dcterms:W3CDTF">2026-07-26T15:57:54Z</dcterms:created>
  <dcterms:modified xsi:type="dcterms:W3CDTF">2026-07-26T15:57:54Z</dcterms:modified>
</cp:coreProperties>
</file>