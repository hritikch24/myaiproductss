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Cheap Charlie's Taco Shop proposal. Present: KraftAI builds websites + AI automation for businesses without online presence.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pain point. Emphasize commission losses and missed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comparison. Emphasize the before/after of Google search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deliverable. These are concrete things they 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Data-driven slide. Let the numbers do the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slide. Emphasize the money-back guarantee — removes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Ask for next steps — schedule a 15-minute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65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KraftAI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Proposal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Charlie's Taco Shop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Locations Across Nashville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Nashville, TN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AI Automation + Growth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locations, 0 websites — customers can't find you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2996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website — Google shows only Facebook &amp; delivery apps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6148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locations but no centralized info page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49300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DoorDash &amp; Grubhub take 20-30% commission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2452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catering page for Nashville event planners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Someone Googles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1E1E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(No Website)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Charlie's Taco Shop — Zomato/Yelp (25-30% commission)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Charlie's Taco Shop — Facebook (outdated info)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official website found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leaves → tries competitor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0D281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KraftAI Website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Charlie's Taco Shop — Official Website (full menu, ordering)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from Cheap Charlie's Taco Shop | Free Delivery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Charlie's Taco Shop ★★★★★ (Google Maps)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orders directly → 0% commission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 For You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website with all 4 locations on map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7784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online ordering for pickup — 0% commission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 inquiry form for corporate events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7784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feed integration to keep site fresh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Speak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orders from direct website vs aggregator-only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direct orders (vs 25-30% on Zomato/DoorDash)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menu, hours &amp; location available to customers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Full Package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65760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$499/mo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cancel anytime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money-back guarantee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website with your branding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Online ordering (0% commission)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Business Profile optimization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chatbot for queries &amp; reservations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3017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integration for orders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analytics reports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SEO to rank #1 for your name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ready to build Cheap Charlie's Taco Shop's digital presence.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(331) 431-8078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+91 8859820935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hey@kraftai.in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kraftai.in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Cheap Charlie's Taco Shop — KraftAI Proposal</dc:title>
  <dc:subject>Proposal for Cheap Charlie's Taco Shop</dc:subject>
  <dc:creator>KraftAI</dc:creator>
  <cp:lastModifiedBy>KraftAI</cp:lastModifiedBy>
  <cp:revision>1</cp:revision>
  <dcterms:created xsi:type="dcterms:W3CDTF">2026-07-26T03:49:42Z</dcterms:created>
  <dcterms:modified xsi:type="dcterms:W3CDTF">2026-07-26T03:49:42Z</dcterms:modified>
</cp:coreProperties>
</file>