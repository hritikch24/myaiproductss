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Lucky Dhaba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Lucky Dhaba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Legendary Highway Dhaba Since 1967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Jalandhar, India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years on NH1 — invisible on the internet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website — 57-year legacy with zero online home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Highway travelers can't find menu or hours before stopping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TripAdvisor, Zomato, JustDial — nothing you control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catering and event booking opportunities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Lucky Dhaba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Lucky Dhaba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Lucky Dhaba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Lucky Dhaba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Lucky Dhaba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Heritage-themed website honoring 1967 founding story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Punjabi menu with photos — dal makhani, paranthas, more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"Plan Your Stop" with distance from major cities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ordering for travelers wanting food ready on arrival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₹30,000/mo (~$355)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Lucky Dhaba's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Lucky Dhaba — KraftAI Proposal</dc:title>
  <dc:subject>Proposal for Lucky Dhaba</dc:subject>
  <dc:creator>KraftAI</dc:creator>
  <cp:lastModifiedBy>KraftAI</cp:lastModifiedBy>
  <cp:revision>1</cp:revision>
  <dcterms:created xsi:type="dcterms:W3CDTF">2026-07-26T15:57:55Z</dcterms:created>
  <dcterms:modified xsi:type="dcterms:W3CDTF">2026-07-26T15:57:55Z</dcterms:modified>
</cp:coreProperties>
</file>