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594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BD5E1"/>
                </a:solidFill>
              </a:rPr>
              <a:t>KraftAI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Biryani Nawaabs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Your business deserves to be found online.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Restaurant  •  Lucknow, India  •  1 location  •  4.7★ (820+ Google reviews)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Prepared by KraftAI  |  kraftai.in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You're Invisible Online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4.7-star rated with 820+ reviews but ZERO web presence. Customers find you only on Zomato, which takes commission.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5603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</a:rPr>
              <a:t>No website at all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25603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25603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</a:rPr>
              <a:t>Only discoverable via Zomato (25-30% commission)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20624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2062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</a:rPr>
              <a:t>No direct ordering capability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420624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42062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</a:rPr>
              <a:t>Losing customers to competitors with websites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Cost of No Website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66F1"/>
                </a:solidFill>
              </a:rPr>
              <a:t>97%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of consumers search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online for local businesses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18288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66F1"/>
                </a:solidFill>
              </a:rPr>
              <a:t>75%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7472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judge credibility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by website design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66F1"/>
                </a:solidFill>
              </a:rPr>
              <a:t>30%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30936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more revenue with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direct online ordering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0" y="18288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66F1"/>
                </a:solidFill>
              </a:rPr>
              <a:t>25-30%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14400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lost to aggregator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commissions without a site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We'll Build for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A complete digital presence built for Biryani / Mughlai lovers searching for Biryani Nawaabs.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6517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2860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Professional website with full biryani menu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26517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0" y="22860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Direct online ordering system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Google Business Profile optimization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9319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429768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39319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Customer review showcase page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AI-Powered Automation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Your website works while you sleep. These AI features handle customers 24/7.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0D2818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</a:rPr>
              <a:t>AI chatbot for orders and menu queries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22860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0D2818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22860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</a:rPr>
              <a:t>WhatsApp ordering bot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0D2818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319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</a:rPr>
              <a:t>Automated Google review responses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9319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0D2818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39319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</a:rPr>
              <a:t>Festive/special menu notifications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Your Investment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1645920"/>
            <a:ext cx="8503920" cy="41148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1920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FULL PACKAGE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237744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₹35,000/mo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828800" y="32004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6F1"/>
                </a:solidFill>
              </a:rPr>
              <a:t>~$415/mo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3840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Custom website + branding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3840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Online ordering (0% commission)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4343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Google SEO optimization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4343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AI chatbot + WhatsApp bot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4846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Monthly analytics reports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4846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60-day money-back guarantee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Let's Get Started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See what Biryani Nawaabs could look like online — we've built a preview page just for you.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Call 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+1 (331) 431-8078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80560" y="274320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WhatsApp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+91 8859820935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321040" y="274320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Email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hey@kraftai.in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</a:rPr>
              <a:t>kraftai.in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No contracts. Cancel anytime. 60-day money-back guarantee.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KraftAI Pitch - Biryani Nawaabs</dc:title>
  <dc:subject>PptxGenJS Presentation</dc:subject>
  <dc:creator>KraftAI</dc:creator>
  <cp:lastModifiedBy>KraftAI</cp:lastModifiedBy>
  <cp:revision>1</cp:revision>
  <dcterms:created xsi:type="dcterms:W3CDTF">2026-07-26T13:43:33Z</dcterms:created>
  <dcterms:modified xsi:type="dcterms:W3CDTF">2026-07-26T13:43:33Z</dcterms:modified>
</cp:coreProperties>
</file>