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594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D5E1"/>
                </a:solidFill>
              </a:rPr>
              <a:t>KraftAI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Nandhana Palace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Your business deserves to be found online.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Multi-location Restaurant Chain  •  Bangalore, India  •  10+ locations  •  4.2★ (thousands of reviews)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Prepared by KraftAI  |  kraftai.in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You're Invisible Online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Your domain nandhanarestaurants.com is dead — it times out. All 10+ locations are invisible in Google Search.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60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Dead website (times out)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25603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560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Paying 25-30% to Zomato/Swiggy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No centralized menu or location finder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420624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2D1515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Competitors rank above you in search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Cost of No Website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97%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of consumers 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online for local businesses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75%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judge credibility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by website design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30%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0936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more revenue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direct online ordering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0" y="18288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2194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66F1"/>
                </a:solidFill>
              </a:rPr>
              <a:t>25-30%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44000" y="32918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lost to aggregator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commissions without a site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We'll Build for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A complete digital presence built for Andhra lovers searching for Nandhana Palace.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Interactive location map for all 10+ branches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2286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Full menu with photos and pricing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Direct online ordering (0% commission)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2976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39319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Google SEO for "Andhra restaurant Bangalore"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AI-Powered Automation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Your website works while you sleep. These AI features handle customers 24/7.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AI chatbot: "Which location is nearest?"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22860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WhatsApp ordering integration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Automated review response 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93192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0D2818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931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</a:rPr>
              <a:t>Smart menu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Your Investment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645920"/>
            <a:ext cx="8503920" cy="41148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920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FULL PACKAGE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3774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₹75,000/mo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3200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6F1"/>
                </a:solidFill>
              </a:rPr>
              <a:t>~$890/mo for all locations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Custom website + branding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Online ordering (0% commission)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Google SEO optimization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AI chatbot + WhatsApp bot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Monthly analytics reports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4846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60-day money-back guarantee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See what Nandhana Palace could look like online — we've built a preview page just for you.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Call 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+1 (331) 431-8078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WhatsApp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+91 8859820935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21040" y="2743200"/>
            <a:ext cx="3474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Email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hey@kraftai.in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kraftai.in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contracts. Cancel anytime. 60-day money-back guarantee.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KraftAI Pitch - Nandhana Palace</dc:title>
  <dc:subject>PptxGenJS Presentation</dc:subject>
  <dc:creator>KraftAI</dc:creator>
  <cp:lastModifiedBy>KraftAI</cp:lastModifiedBy>
  <cp:revision>1</cp:revision>
  <dcterms:created xsi:type="dcterms:W3CDTF">2026-07-26T13:43:33Z</dcterms:created>
  <dcterms:modified xsi:type="dcterms:W3CDTF">2026-07-26T13:43:33Z</dcterms:modified>
</cp:coreProperties>
</file>