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594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BD5E1"/>
                </a:solidFill>
              </a:rPr>
              <a:t>KraftAI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OooWee BBQ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Your business deserves to be found online.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Food Truck Operation  •  Charlotte, NC, US  •  2 food trucks  •  Strong Yelp reviews, 10+ years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6217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Prepared by KraftAI  |  kraftai.in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You're Invisible Online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Popular BBQ trucks for 10+ years but NO website. Catering inquiries, event bookings, and menu info are scattered across aggregator sites.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56032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2D1515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56032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CA5A5"/>
                </a:solidFill>
              </a:rPr>
              <a:t>No website — only Yelp and aggregator listings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256032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2D1515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256032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CA5A5"/>
                </a:solidFill>
              </a:rPr>
              <a:t>No central place for daily truck schedule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420624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2D1515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20624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CA5A5"/>
                </a:solidFill>
              </a:rPr>
              <a:t>Catering leads have nowhere to land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420624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2D1515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420624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CA5A5"/>
                </a:solidFill>
              </a:rPr>
              <a:t>Competitors with websites get the big gigs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The Cost of No Website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1945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366F1"/>
                </a:solidFill>
              </a:rPr>
              <a:t>97%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of consumers search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online for local businesses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0" y="182880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21945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366F1"/>
                </a:solidFill>
              </a:rPr>
              <a:t>75%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474720" y="32918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judge credibility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by website design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1945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366F1"/>
                </a:solidFill>
              </a:rPr>
              <a:t>30%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309360" y="32918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more revenue with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direct online ordering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0" y="182880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0" y="21945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366F1"/>
                </a:solidFill>
              </a:rPr>
              <a:t>25-30%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9144000" y="32918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lost to aggregator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commissions without a site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What We'll Build for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A complete digital presence built for BBQ lovers searching for OooWee BBQ.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65176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228600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Professional website with live truck tracker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228600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265176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32320" y="228600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Full BBQ menu with photos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429768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393192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Catering page with inquiry form + pricing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393192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429768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32320" y="393192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Weekly schedule page for truck locations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AI-Powered Automation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Your website works while you sleep. These AI features handle customers 24/7.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0D2818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8600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E7B7"/>
                </a:solidFill>
              </a:rPr>
              <a:t>AI chatbot for catering estimates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228600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0D2818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228600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E7B7"/>
                </a:solidFill>
              </a:rPr>
              <a:t>Automated schedule posting to social media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93192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0D2818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93192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E7B7"/>
                </a:solidFill>
              </a:rPr>
              <a:t>Email signup for weekly location updates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393192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0D2818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393192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E7B7"/>
                </a:solidFill>
              </a:rPr>
              <a:t>Review collection and response system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Your Investment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828800" y="1645920"/>
            <a:ext cx="8503920" cy="41148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19202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</a:rPr>
              <a:t>FULL PACKAGE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0" y="237744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$349/mo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828800" y="320040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366F1"/>
                </a:solidFill>
              </a:rPr>
              <a:t>or $3,499 setup + $79/mo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60320" y="38404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✓  Custom website + branding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75120" y="38404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✓  Online ordering (0% commission)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4343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✓  Google SEO optimization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75120" y="4343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✓  AI chatbot + WhatsApp bot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4846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✓  Monthly analytics reports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0" y="4846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✓  60-day money-back guarantee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Let's Get Started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See what OooWee BBQ could look like online — we've built a preview page just for you.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347472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66F1"/>
                </a:solidFill>
              </a:rPr>
              <a:t>Call Us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+1 (331) 431-8078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80560" y="2743200"/>
            <a:ext cx="347472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WhatsApp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80560" y="33832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+91 8859820935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321040" y="2743200"/>
            <a:ext cx="347472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Email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21040" y="33832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hey@kraftai.in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4754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66F1"/>
                </a:solidFill>
              </a:rPr>
              <a:t>kraftai.in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5212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No contracts. Cancel anytime. 60-day money-back guarantee.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KraftAI Pitch - OooWee BBQ</dc:title>
  <dc:subject>PptxGenJS Presentation</dc:subject>
  <dc:creator>KraftAI</dc:creator>
  <cp:lastModifiedBy>KraftAI</cp:lastModifiedBy>
  <cp:revision>1</cp:revision>
  <dcterms:created xsi:type="dcterms:W3CDTF">2026-07-26T13:43:33Z</dcterms:created>
  <dcterms:modified xsi:type="dcterms:W3CDTF">2026-07-26T13:43:33Z</dcterms:modified>
</cp:coreProperties>
</file>