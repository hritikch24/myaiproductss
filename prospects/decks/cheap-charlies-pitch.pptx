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594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D5E1"/>
                </a:solidFill>
              </a:rPr>
              <a:t>KraftAI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Cheap Charlie's Taco Shop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Your business deserves to be found online.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Multi-location Restaurant  •  Nashville, TN, US  •  4 locations  •  Strong reviews across platforms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Prepared by KraftAI  |  kraftai.in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You're Invisible Online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4-location taco chain with strong reviews but ZERO web presence. Customers can't find menus, hours, or locations without Facebook.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60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No website for any of 4 locations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25603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560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Menu/hours buried in Facebook posts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No online ordering (losing to competitors)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42062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Can't be found via Google Search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Cost of No Website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97%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of consumers 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online for local businesses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75%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judge credibility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by website 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30%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0936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more revenue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direct online ordering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25-30%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4400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lost to aggregator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commissions without a site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We'll Build for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A complete digital presence built for Tacos / Mexican lovers searching for Cheap Charlie's Taco Shop.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Multi-location website with menu + hours per branch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2286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Online ordering with pickup/delivery options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Location finder with Google Maps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2976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9319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SEO for "tacos Nashville" searches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AI-Powered Automation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Your website works while you sleep. These AI features handle customers 24/7.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AI ordering chatbot on website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Automated social media content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Smart loyalty/rewards program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931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Catering inquiry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Your Investment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645920"/>
            <a:ext cx="8503920" cy="41148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920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FULL PACKAGE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3774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$499/mo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</a:rPr>
              <a:t>or $4,999 setup + $99/mo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Custom website + branding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Online ordering (0% commission)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Google SEO optimization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AI chatbot + WhatsApp bot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Monthly analytics reports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60-day money-back guarantee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See what Cheap Charlie's Taco Shop could look like online — we've built a preview page just for you.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Call 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+1 (331) 431-8078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WhatsApp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+91 8859820935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2104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Email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hey@kraftai.in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kraftai.in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contracts. Cancel anytime. 60-day money-back guarantee.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KraftAI Pitch - Cheap Charlie's Taco Shop</dc:title>
  <dc:subject>PptxGenJS Presentation</dc:subject>
  <dc:creator>KraftAI</dc:creator>
  <cp:lastModifiedBy>KraftAI</cp:lastModifiedBy>
  <cp:revision>1</cp:revision>
  <dcterms:created xsi:type="dcterms:W3CDTF">2026-07-26T13:43:33Z</dcterms:created>
  <dcterms:modified xsi:type="dcterms:W3CDTF">2026-07-26T13:43:33Z</dcterms:modified>
</cp:coreProperties>
</file>