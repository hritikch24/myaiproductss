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Haji Shabrati Nihari Wale proposal. Present: KraftAI builds websites + AI automation for businesses without online presence.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pain point. Emphasize commission losses and missed customers.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Side-by-side comparison. Emphasize the before/after of Google search results.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deliverable. These are concrete things they 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Data-driven slide. Let the numbers do the talking.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Pricing slide. Emphasize the money-back guarantee — removes risk.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slide. Ask for next steps — schedule a 15-minute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K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097280" y="3657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KraftAI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Proposal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Haji Shabrati Nihari Wale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2926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Legendary Nihari Since 1957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3566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 Delhi, India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+ AI Automation + Growth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Featured worldwide — but no website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2029968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9202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website — tourists find only third-party reviews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761488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6517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Unusual hours (6AM-10AM, 6PM-9PM) confuse visitors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3493008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33832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bloggers link to TripAdvisor, not your own page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4224528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41148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67-year legacy has no online home you control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When Someone Googles You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840480" cy="3474720"/>
          </a:xfrm>
          <a:prstGeom prst="roundRect">
            <a:avLst>
              <a:gd name="adj" fmla="val 3947"/>
            </a:avLst>
          </a:prstGeom>
          <a:solidFill>
            <a:srgbClr val="1E1E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716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(No Website)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Haji Shabrati Nihari Wale — Zomato/Yelp (25-30% commission)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26517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Haji Shabrati Nihari Wale — Facebook (outdated info)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32918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official website found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39319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leaves → tries competitor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46320" y="1188720"/>
            <a:ext cx="3840480" cy="3474720"/>
          </a:xfrm>
          <a:prstGeom prst="roundRect">
            <a:avLst>
              <a:gd name="adj" fmla="val 3947"/>
            </a:avLst>
          </a:prstGeom>
          <a:solidFill>
            <a:srgbClr val="0D2818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0" y="13716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KraftAI Website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029200" y="20116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Haji Shabrati Nihari Wale — Official Website (full menu, ordering)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0" y="26517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from Haji Shabrati Nihari Wale | Free Delivery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0" y="32918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Haji Shabrati Nihari Wale ★★★★★ (Google Maps)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29200" y="39319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orders directly → 0% commission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Build For You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46304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80160" y="14630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website (English + Hindi/Urdu) honoring heritage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754880" y="128016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937760" y="146304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577840" y="14630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operating hours prominently displayed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92608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80160" y="31089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Tourist-friendly "Plan Your Visit" section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754880" y="292608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937760" y="310896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577840" y="31089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Maps with walking directions from Jama Masjid metro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Numbers Speak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560320" cy="2743200"/>
          </a:xfrm>
          <a:prstGeom prst="roundRect">
            <a:avLst>
              <a:gd name="adj" fmla="val 5357"/>
            </a:avLst>
          </a:prstGeom>
          <a:solidFill>
            <a:srgbClr val="1E293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31520" y="26517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orders from direct website vs aggregator-only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383280" y="1371600"/>
            <a:ext cx="2560320" cy="2743200"/>
          </a:xfrm>
          <a:prstGeom prst="roundRect">
            <a:avLst>
              <a:gd name="adj" fmla="val 5357"/>
            </a:avLst>
          </a:prstGeom>
          <a:solidFill>
            <a:srgbClr val="1E293B"/>
          </a:solidFill>
          <a:ln/>
        </p:spPr>
      </p:sp>
      <p:sp>
        <p:nvSpPr>
          <p:cNvPr id="7" name="Text 5"/>
          <p:cNvSpPr/>
          <p:nvPr/>
        </p:nvSpPr>
        <p:spPr>
          <a:xfrm>
            <a:off x="3383280" y="1645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3657600" y="26517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 on direct orders (vs 25-30% on Zomato/DoorDash)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371600"/>
            <a:ext cx="2560320" cy="2743200"/>
          </a:xfrm>
          <a:prstGeom prst="roundRect">
            <a:avLst>
              <a:gd name="adj" fmla="val 5357"/>
            </a:avLst>
          </a:prstGeom>
          <a:solidFill>
            <a:srgbClr val="1E293B"/>
          </a:solidFill>
          <a:ln/>
        </p:spPr>
      </p:sp>
      <p:sp>
        <p:nvSpPr>
          <p:cNvPr id="10" name="Text 8"/>
          <p:cNvSpPr/>
          <p:nvPr/>
        </p:nvSpPr>
        <p:spPr>
          <a:xfrm>
            <a:off x="6309360" y="1645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24/7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6583680" y="26517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menu, hours &amp; location available to customers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Full Package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40480" cy="3657600"/>
          </a:xfrm>
          <a:prstGeom prst="roundRect">
            <a:avLst>
              <a:gd name="adj" fmla="val 3750"/>
            </a:avLst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₹35,000/mo (~$415)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21031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cancel anytime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40233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60-day money-back guarantee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754880" y="11887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Custom website with your branding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754880" y="16459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Online ordering (0% commission)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754880" y="21031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Google Business Profile optimization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754880" y="25603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AI chatbot for queries &amp; reservations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754880" y="30175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WhatsApp integration for orders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754880" y="34747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Monthly analytics reports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754880" y="39319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SEO to rank #1 for your name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Get Started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13716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We're ready to build Haji Shabrati Nihari Wale's digital presence.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914400" y="2286000"/>
            <a:ext cx="2286000" cy="1463040"/>
          </a:xfrm>
          <a:prstGeom prst="roundRect">
            <a:avLst>
              <a:gd name="adj" fmla="val 7500"/>
            </a:avLst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Us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926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(331) 431-8078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566160" y="2286000"/>
            <a:ext cx="2286000" cy="1463040"/>
          </a:xfrm>
          <a:prstGeom prst="roundRect">
            <a:avLst>
              <a:gd name="adj" fmla="val 7500"/>
            </a:avLst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356616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566160" y="2926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+91 8859820935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2286000"/>
            <a:ext cx="2286000" cy="1463040"/>
          </a:xfrm>
          <a:prstGeom prst="roundRect">
            <a:avLst>
              <a:gd name="adj" fmla="val 7500"/>
            </a:avLst>
          </a:prstGeom>
          <a:solidFill>
            <a:srgbClr val="1E293B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217920" y="2926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hey@kraftai.in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kraftai.in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Haji Shabrati Nihari Wale — KraftAI Proposal</dc:title>
  <dc:subject>Proposal for Haji Shabrati Nihari Wale</dc:subject>
  <dc:creator>KraftAI</dc:creator>
  <cp:lastModifiedBy>KraftAI</cp:lastModifiedBy>
  <cp:revision>1</cp:revision>
  <dcterms:created xsi:type="dcterms:W3CDTF">2026-07-26T15:57:54Z</dcterms:created>
  <dcterms:modified xsi:type="dcterms:W3CDTF">2026-07-26T15:57:54Z</dcterms:modified>
</cp:coreProperties>
</file>