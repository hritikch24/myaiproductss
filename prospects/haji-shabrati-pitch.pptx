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Haji Shabrati Nihari Wale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 Shabrati Nihari Wale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Legendary Nihari Since 1957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Delhi, India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worldwide — but no website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tourists find only third-party reviews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hours (6AM-10AM, 6PM-9PM) confuse visitors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bloggers link to TripAdvisor, not your own page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67-year legacy has no online home you control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 Shabrati Nihari Wale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 Shabrati Nihari Wale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 Shabrati Nihari Wale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Haji Shabrati Nihari Wale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 Shabrati Nihari Wale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website (English + Hindi/Urdu) honoring heritage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operating hours prominently displayed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Tourist-friendly "Plan Your Visit" section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with walking directions from Jama Masjid metro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₹35,000/mo (~$415)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Haji Shabrati Nihari Wale's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Haji Shabrati Nihari Wale — KraftAI Proposal</dc:title>
  <dc:subject>Proposal for Haji Shabrati Nihari Wale</dc:subject>
  <dc:creator>KraftAI</dc:creator>
  <cp:lastModifiedBy>KraftAI</cp:lastModifiedBy>
  <cp:revision>1</cp:revision>
  <dcterms:created xsi:type="dcterms:W3CDTF">2026-07-26T03:49:42Z</dcterms:created>
  <dcterms:modified xsi:type="dcterms:W3CDTF">2026-07-26T03:49:42Z</dcterms:modified>
</cp:coreProperties>
</file>