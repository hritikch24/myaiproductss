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Haji Shabrati Nihari Wale proposal. Present: KraftAI builds websites + AI automation for businesses without online presence.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pain point. Emphasize commission losses and missed customers.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Side-by-side comparison. Emphasize the before/after of Google search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deliverable. These are concrete things they 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Data-driven slide. Let the numbers do the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Pricing slide. Emphasize the money-back guarantee — removes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Ask for next steps — schedule a 15-minute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3657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KraftAI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Proposal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Haji Shabrati Nihari Wale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Legendary Nihari Since 1957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566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Delhi, India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+ AI Automation + Growth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Featured worldwide — but no website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202996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202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website — tourists find only third-party reviews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76148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651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Unusual hours (6AM-10AM, 6PM-9PM) confuse visitors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49300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3832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bloggers link to TripAdvisor, not your own page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422452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1148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67-year legacy has no online home you control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When Someone Googles You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474720"/>
          </a:xfrm>
          <a:prstGeom prst="roundRect">
            <a:avLst>
              <a:gd name="adj" fmla="val 3947"/>
            </a:avLst>
          </a:prstGeom>
          <a:solidFill>
            <a:srgbClr val="1E1E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(No Website)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Haji Shabrati Nihari Wale — Zomato/Yelp (25-30% commission)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Haji Shabrati Nihari Wale — Facebook (outdated info)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official website found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39319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leaves → tries competitor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46320" y="1188720"/>
            <a:ext cx="3840480" cy="3474720"/>
          </a:xfrm>
          <a:prstGeom prst="roundRect">
            <a:avLst>
              <a:gd name="adj" fmla="val 3947"/>
            </a:avLst>
          </a:prstGeom>
          <a:solidFill>
            <a:srgbClr val="0D2818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371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KraftAI Website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20116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Haji Shabrati Nihari Wale — Official Website (full menu, ordering)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0" y="2651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from Haji Shabrati Nihari Wale | Free Delivery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3291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Haji Shabrati Nihari Wale ★★★★★ (Google Maps)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0" y="39319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orders directly → 0% commission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Build For You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46304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80160" y="14630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website (English + Hindi/Urdu) honoring heritage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0" y="128016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937760" y="146304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577840" y="14630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operating hours prominently displayed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Tourist-friendly "Plan Your Visit" section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292608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937760" y="310896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57784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with walking directions from Jama Masjid metro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Speak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orders from direct website vs aggregator-only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8328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338328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65760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on direct orders (vs 25-30% on Zomato/DoorDash)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58368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menu, hours &amp; location available to customers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Full Package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657600"/>
          </a:xfrm>
          <a:prstGeom prst="roundRect">
            <a:avLst>
              <a:gd name="adj" fmla="val 3750"/>
            </a:avLst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₹35,000/mo (~$415)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cancel anytime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023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60-day money-back guarantee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54880" y="1188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Custom website with your branding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754880" y="1645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Online ordering (0% commission)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2103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Google Business Profile optimization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54880" y="25603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AI chatbot for queries &amp; reservations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54880" y="3017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WhatsApp integration for orders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0" y="3474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Monthly analytics reports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3931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SEO to rank #1 for your name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Get Started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ready to build Haji Shabrati Nihari Wale's digital presence.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91440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Us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(331) 431-8078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56616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356616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56616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+91 8859820935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1792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hey@kraftai.in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kraftai.in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Haji Shabrati Nihari Wale — KraftAI Proposal</dc:title>
  <dc:subject>Proposal for Haji Shabrati Nihari Wale</dc:subject>
  <dc:creator>KraftAI</dc:creator>
  <cp:lastModifiedBy>KraftAI</cp:lastModifiedBy>
  <cp:revision>1</cp:revision>
  <dcterms:created xsi:type="dcterms:W3CDTF">2026-07-26T14:31:08Z</dcterms:created>
  <dcterms:modified xsi:type="dcterms:W3CDTF">2026-07-26T14:31:08Z</dcterms:modified>
</cp:coreProperties>
</file>