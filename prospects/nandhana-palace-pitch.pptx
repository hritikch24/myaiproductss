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Nandhana Palace proposal. Present: KraftAI builds websites + AI automation for businesses without online presence.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pain point. Emphasize commission losses and missed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comparison. Emphasize the before/after of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deliverable. These are concrete things they 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slide. Let the numbers do the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slide. Emphasize the money-back guarantee — removes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Ask for next steps — schedule a 15-minute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KraftAI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Nandhana Palace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Location Andhra Chain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Bangalore,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AI Automation +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is DEAD — nandhanarestaurants.com times 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domain exists but returns timeout/blank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6148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online traffic goes through Zomato/Swiggy (25-30% commission)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9300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locations with no centralized online presence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with working websites rank above you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Someone Googles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(No Website)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Nandhana Palace — Zomato/Yelp (25-30% commission)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Nandhana Palace — Facebook (outdated info)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official website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 → tries competitor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947"/>
            </a:avLst>
          </a:prstGeom>
          <a:solidFill>
            <a:srgbClr val="0D281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KraftAI Website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Nandhana Palace — Official Website (full menu, ordering)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Nandhana Palace | Free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Nandhana Palace ★★★★★ (Google Maps)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 directly → 0%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For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 website with all 10+ locations on interactive 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online ordering system — 0% commission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SEO for "Andhra restaurant Bangalore"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3108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location finding &amp; reservations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Speak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from direct website vs aggregator-only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direct orders (vs 25-30% on Zomato/DoorDash)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menu, hours &amp; location available to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 Package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65760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₹75,000/mo (~$890)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cancel anytime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money-back guarantee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website with your branding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Online ordering (0% commission)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Business Profile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for queries &amp; reservations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integration for orders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Monthly analytics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 rank #1 for your name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build Nandhana Palace's digital presence.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(331) 431-8078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+91 8859820935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hey@kraftai.in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kraftai.in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Nandhana Palace — KraftAI Proposal</dc:title>
  <dc:subject>Proposal for Nandhana Palace</dc:subject>
  <dc:creator>KraftAI</dc:creator>
  <cp:lastModifiedBy>KraftAI</cp:lastModifiedBy>
  <cp:revision>1</cp:revision>
  <dcterms:created xsi:type="dcterms:W3CDTF">2026-07-26T03:49:42Z</dcterms:created>
  <dcterms:modified xsi:type="dcterms:W3CDTF">2026-07-26T03:49:42Z</dcterms:modified>
</cp:coreProperties>
</file>