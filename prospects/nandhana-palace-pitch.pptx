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Nandhana Palace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Location Andhra Chain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is DEAD — nandhanarestaurants.com times out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domain exists but returns timeout/blank page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online traffic goes through Zomato/Swiggy (25-30% commission)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locations with no centralized online presence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with working websites rank above you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Nandhana Palace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Revive website with all 10+ locations on interactive map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online ordering system — 0% commission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SEO for "Andhra restaurant Bangalore"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for location finding &amp; reservations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₹75,000/mo (~$890)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Nandhana Palace's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Nandhana Palace — KraftAI Proposal</dc:title>
  <dc:subject>Proposal for Nandhana Palace</dc:subject>
  <dc:creator>KraftAI</dc:creator>
  <cp:lastModifiedBy>KraftAI</cp:lastModifiedBy>
  <cp:revision>1</cp:revision>
  <dcterms:created xsi:type="dcterms:W3CDTF">2026-07-26T14:31:07Z</dcterms:created>
  <dcterms:modified xsi:type="dcterms:W3CDTF">2026-07-26T14:31:07Z</dcterms:modified>
</cp:coreProperties>
</file>