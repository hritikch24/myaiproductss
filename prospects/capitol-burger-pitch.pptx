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Capitol Burger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 Burger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Restaurant in Torrey — 4.9★ TripAdvisor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Torrey, 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in town — but invisible to park tourists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— the #1 restaurant in Torrey has no online home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 Reef gets 1M+ visitors/year who search for food nearby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hours (closed Nov-Mar) confuse tourists planning trips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Fine-dining background and fresh-ground story not showcased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 Burger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 Burger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 Burger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Capitol Burger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 Burger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optimized for "where to eat near Capitol Reef"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menu with fresh-ground burgers and house-pickled specialties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hours display — auto-show open/closed status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gallery of red-rock setting and handcrafted burgers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$399/mo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Capitol Burger's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Capitol Burger — KraftAI Proposal</dc:title>
  <dc:subject>Proposal for Capitol Burger</dc:subject>
  <dc:creator>KraftAI</dc:creator>
  <cp:lastModifiedBy>KraftAI</cp:lastModifiedBy>
  <cp:revision>1</cp:revision>
  <dcterms:created xsi:type="dcterms:W3CDTF">2026-07-26T14:31:08Z</dcterms:created>
  <dcterms:modified xsi:type="dcterms:W3CDTF">2026-07-26T14:31:08Z</dcterms:modified>
</cp:coreProperties>
</file>