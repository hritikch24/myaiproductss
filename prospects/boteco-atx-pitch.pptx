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Boteco Food Truck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Boteco Food Truck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on Diners, Drive-Ins &amp; Dives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TV fame — but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despite Diners, Drive-Ins &amp; Dives feature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 takes 20-30% commission on delivery orders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 for menu, location, or hours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opportunities have no landing page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Boteco Food Truck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Boteco Food Truck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Boteco Food Truck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Boteco Food Truck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Boteco Food Truck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showcasing DDD feature and press coverage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Brazilian menu with photos — Feijoada, Picanha, more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ordering — 0% commission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page for Austin events and corporate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Boteco Food Truck's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Boteco Food Truck — KraftAI Proposal</dc:title>
  <dc:subject>Proposal for Boteco Food Truck</dc:subject>
  <dc:creator>KraftAI</dc:creator>
  <cp:lastModifiedBy>KraftAI</cp:lastModifiedBy>
  <cp:revision>1</cp:revision>
  <dcterms:created xsi:type="dcterms:W3CDTF">2026-07-26T14:31:08Z</dcterms:created>
  <dcterms:modified xsi:type="dcterms:W3CDTF">2026-07-26T14:31:08Z</dcterms:modified>
</cp:coreProperties>
</file>