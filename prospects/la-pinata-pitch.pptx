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La Piñata Taqueria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Piñata Taqueria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Best Food Truck in America (Yelp 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Vallejo, 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in the nation — but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the #6 food truck in America has no online home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daily location only findable via Facebook scrolling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Chronicle features drive traffic to third parties, not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ordering — losing sales to competitors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Piñata Taqueria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Piñata Taqueria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Piñata Taqueria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La Piñata Taqueria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Piñata Taqueria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highlighting #6 ranking and SF Chronicle feature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prices — Carnitas, Al Pastor, Super Burritos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ordering for pickup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page targeting Bay Area events and offices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La Piñata Taqueria's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Piñata Taqueria — KraftAI Proposal</dc:title>
  <dc:subject>Proposal for La Piñata Taqueria</dc:subject>
  <dc:creator>KraftAI</dc:creator>
  <cp:lastModifiedBy>KraftAI</cp:lastModifiedBy>
  <cp:revision>1</cp:revision>
  <dcterms:created xsi:type="dcterms:W3CDTF">2026-07-26T14:31:08Z</dcterms:created>
  <dcterms:modified xsi:type="dcterms:W3CDTF">2026-07-26T14:31:08Z</dcterms:modified>
</cp:coreProperties>
</file>