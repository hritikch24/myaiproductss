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OooWee BBQ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OooWee BBQ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BBQ Food Trucks — 10+ Years Strong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Charlotte, NC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of BBQ excellence — but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only Yelp and food truck finder pages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place for daily truck locations/schedule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inquiries have no landing page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 track record not showcased anywhere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OooWee BBQ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OooWee BBQ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OooWee BBQ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OooWee BBQ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OooWee BBQ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website with live truck location tracker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BBQ menu with photos &amp; portion sizes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page with inquiry form &amp; pricing tiers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signup for weekly schedule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$349/mo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OooWee BBQ's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OooWee BBQ — KraftAI Proposal</dc:title>
  <dc:subject>Proposal for OooWee BBQ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