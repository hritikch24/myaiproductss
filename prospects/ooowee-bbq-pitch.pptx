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OooWee BBQ proposal. Present: KraftAI builds websites + AI automation for businesses without online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point. Emphasize commission losses and missed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Emphasize the before/after of Google search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deliverable. These are concrete things they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Data-driven slide. Let the numbers do the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Emphasize the money-back guarantee — removes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Ask for next steps — schedule a 15-minute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KraftAI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OooWee BBQ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BBQ Food Trucks — 10+ Years Strong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Charlotte, NC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AI Automation + Growth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of BBQ excellence — but no website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— only Yelp and food truck finder pages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place for daily truck locations/schedule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 inquiries have no landing page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 track record not showcased anywhere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Googles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(No Website)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OooWee BBQ — Zomato/Yelp (25-30% commission)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OooWee BBQ — Facebook (outdated info)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website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 → tries competitor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0D281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KraftAI Website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OooWee BBQ — Official Website (full menu, ordering)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OooWee BBQ | Free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OooWee BBQ ★★★★★ (Google Maps)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directly → 0%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website with live truck location tracker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BBQ menu with photos &amp; portion sizes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 page with inquiry form &amp; pricing tiers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signup for weekly schedule notifications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Speak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from direct website vs aggregator-only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direct orders (vs 25-30% on Zomato/DoorDash)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menu, hours &amp; location available to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$349/mo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money-back guarantee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website with your branding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ordering (0% commission)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Business Profile optimization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for queries &amp; reservations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integration for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analytics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to rank #1 for your name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build OooWee BBQ's digital presence.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(331) 431-8078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+91 8859820935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hey@kraftai.in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kraftai.in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OooWee BBQ — KraftAI Proposal</dc:title>
  <dc:subject>Proposal for OooWee BBQ</dc:subject>
  <dc:creator>KraftAI</dc:creator>
  <cp:lastModifiedBy>KraftAI</cp:lastModifiedBy>
  <cp:revision>1</cp:revision>
  <dcterms:created xsi:type="dcterms:W3CDTF">2026-07-26T03:49:42Z</dcterms:created>
  <dcterms:modified xsi:type="dcterms:W3CDTF">2026-07-26T03:49:42Z</dcterms:modified>
</cp:coreProperties>
</file>